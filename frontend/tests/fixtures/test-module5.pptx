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RAG Module 5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test PPTX file for validating multi-format ingestion in Module 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